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1e5d7a37314c03" /><Relationship Type="http://schemas.openxmlformats.org/officeDocument/2006/relationships/extended-properties" Target="/docProps/app.xml" Id="R1c66bc46e733439d" /><Relationship Type="http://schemas.openxmlformats.org/officeDocument/2006/relationships/officeDocument" Target="/ppt/presentation.xml" Id="Rb4ccebe54d284e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8e20f52aaf4732"/>
  </p:sldMasterIdLst>
  <p:notesMasterIdLst>
    <p:notesMasterId xmlns:r="http://schemas.openxmlformats.org/officeDocument/2006/relationships" r:id="R05c4ae6bacd3433c"/>
  </p:notesMasterIdLst>
  <p:sldIdLst>
    <p:sldId xmlns:r="http://schemas.openxmlformats.org/officeDocument/2006/relationships" id="256" r:id="R5f558a3ee7bd481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42eb44caa64027" /><Relationship Type="http://schemas.openxmlformats.org/officeDocument/2006/relationships/slideMaster" Target="/ppt/slideMasters/slideMaster1.xml" Id="R388e20f52aaf4732" /><Relationship Type="http://schemas.openxmlformats.org/officeDocument/2006/relationships/notesMaster" Target="/ppt/notesMasters/notesMaster1.xml" Id="R05c4ae6bacd3433c" /><Relationship Type="http://schemas.openxmlformats.org/officeDocument/2006/relationships/presProps" Target="/ppt/presProps.xml" Id="R2bacefe5c70246d0" /><Relationship Type="http://schemas.openxmlformats.org/officeDocument/2006/relationships/tableStyles" Target="/ppt/tableStyles.xml" Id="R824f1b27e1c844a1" /><Relationship Type="http://schemas.openxmlformats.org/officeDocument/2006/relationships/slide" Target="/ppt/slides/slide1.xml" Id="R5f558a3ee7bd48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38abc477e44e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a978c236644534" /><Relationship Type="http://schemas.openxmlformats.org/officeDocument/2006/relationships/notesMaster" Target="/ppt/notesMasters/notesMaster1.xml" Id="R6e1bb867590f46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36d6e4198949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5176faeb8d4f5a" /><Relationship Type="http://schemas.openxmlformats.org/officeDocument/2006/relationships/slideLayout" Target="/ppt/slideLayouts/slideLayout1.xml" Id="R10203f6d6f124d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203f6d6f124d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30837b0f9434a" /><Relationship Type="http://schemas.openxmlformats.org/officeDocument/2006/relationships/notesSlide" Target="/ppt/notesSlides/notesSlide1.xml" Id="Rff35b07c552c4c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0A4AA1-201D-4488-879D-45BDBC2F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0536E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40536E"/>
                </a:solidFill>
                <a:latin typeface="Malgun Gothic"/>
                <a:ea typeface="Malgun Gothic"/>
                <a:cs typeface="Malgun Gothic"/>
              </a:rPr>
              <a:t>소프트웨어 구성도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04AD9-B096-42DA-8801-D26E0762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90600"/>
            <a:ext cx="1135380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0668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E6396-50D1-4525-A80D-6370DE11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90600"/>
            <a:ext cx="1135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6683"/>
          </a:solidFill>
          <a:ln xmlns:a="http://schemas.openxmlformats.org/drawingml/2006/main" w="9525">
            <a:solidFill>
              <a:srgbClr val="50668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교통관제센터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E4FA1B-7CAC-44C2-8B91-92D6CB18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491490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A9B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498CB-D33E-45A3-8FFC-47E32991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491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BC"/>
          </a:solidFill>
          <a:ln xmlns:a="http://schemas.openxmlformats.org/drawingml/2006/main" w="9525">
            <a:solidFill>
              <a:srgbClr val="7F9BB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제어망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16D6C-7E7C-40BC-AED4-EDA7E451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47800"/>
            <a:ext cx="491490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A9B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C6E65-F537-4C0A-9B45-50FDA724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47800"/>
            <a:ext cx="491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BBC"/>
          </a:solidFill>
          <a:ln xmlns:a="http://schemas.openxmlformats.org/drawingml/2006/main" w="9525">
            <a:solidFill>
              <a:srgbClr val="7F9BB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업무망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A48D79-5BBD-4D77-B5C8-40D722AD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669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53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0536E"/>
                </a:solidFill>
                <a:latin typeface="Malgun Gothic"/>
                <a:ea typeface="Malgun Gothic"/>
                <a:cs typeface="Malgun Gothic"/>
              </a:rPr>
              <a:t>DMZ 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4C3C51-EAC0-4BF4-B60D-2750DFEF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669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53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0536E"/>
                </a:solidFill>
                <a:latin typeface="Malgun Gothic"/>
                <a:ea typeface="Malgun Gothic"/>
                <a:cs typeface="Malgun Gothic"/>
              </a:rPr>
              <a:t>DMZ 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8B3979-DEB1-429F-8B1E-E6C2CC98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86000"/>
            <a:ext cx="1581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18A8BE-D9DA-42A6-B2DE-669E2CF1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86000"/>
            <a:ext cx="1581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6F"/>
          </a:solidFill>
          <a:ln xmlns:a="http://schemas.openxmlformats.org/drawingml/2006/main" w="9525">
            <a:solidFill>
              <a:srgbClr val="43566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WEB서버 #1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16F6EC-1021-48C0-BB33-1832FD22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rPr>
              <a:t>원격 유지관리 플랫폼 WEB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B30E47-7B05-4922-A1AC-1BA2E1F3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7655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rPr>
              <a:t>WebtoB 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29EFD0-D03A-4E5B-BE38-E6ECB13C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0515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rPr>
              <a:t>i-oneNGS V2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89D78E-58B7-42D0-80B7-270AD8E0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3375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C"/>
          </a:solidFill>
          <a:ln xmlns:a="http://schemas.openxmlformats.org/drawingml/2006/main" w="9525">
            <a:solidFill>
              <a:srgbClr val="D0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rPr>
              <a:t>백업 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C351F2-41A5-4108-ADCA-869352A7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6235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rPr>
              <a:t>Rocky Linux 9.6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FFD4A5-8D7E-4C10-96DA-46A6EFDE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86000"/>
            <a:ext cx="1581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3464A5-A8B4-4541-B823-1728ED7B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86000"/>
            <a:ext cx="1581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6F"/>
          </a:solidFill>
          <a:ln xmlns:a="http://schemas.openxmlformats.org/drawingml/2006/main" w="9525">
            <a:solidFill>
              <a:srgbClr val="43566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WAS서버 #1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E8278C-E035-4D96-B244-B6A695BC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4795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rPr>
              <a:t>업무 처리 / 제어 명령 생성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54A661-2A2E-445E-8BDF-83AF28D3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7655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rPr>
              <a:t>JEUS 21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194DCA-592F-4EAA-9C01-3370BF22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0515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rPr>
              <a:t>i-oneNGS V2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533933-8BC8-47F3-A879-FE0F8D3C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3375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C"/>
          </a:solidFill>
          <a:ln xmlns:a="http://schemas.openxmlformats.org/drawingml/2006/main" w="9525">
            <a:solidFill>
              <a:srgbClr val="D0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rPr>
              <a:t>백업 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FFD0BE-044D-4072-975E-20C10324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6235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rPr>
              <a:t>Rocky Linux 9.6</a:t>
            </a:r>
          </a:p>
        </p:txBody>
      </p:sp>
      <p:sp>
        <p:nvSpPr>
          <p:cNvPr id="24" name="control-general-zone">
            <a:extLst xmlns:a="http://schemas.openxmlformats.org/drawingml/2006/main">
              <a:ext uri="{FF2B5EF4-FFF2-40B4-BE49-F238E27FC236}">
                <a16:creationId xmlns:a16="http://schemas.microsoft.com/office/drawing/2014/main" id="{D464910F-A683-416C-BA31-FAC5F142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43053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EBEF"/>
          </a:solidFill>
          <a:ln xmlns:a="http://schemas.openxmlformats.org/drawingml/2006/main" w="9525">
            <a:solidFill>
              <a:srgbClr val="E8EB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208400-D007-4C6C-9629-7695DD8D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05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53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0536E"/>
                </a:solidFill>
                <a:latin typeface="Malgun Gothic"/>
                <a:ea typeface="Malgun Gothic"/>
                <a:cs typeface="Malgun Gothic"/>
              </a:rPr>
              <a:t>일반서버 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D156FC-E63B-4EF0-95B4-00489FFC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33850"/>
            <a:ext cx="1257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EBE1FF-7D13-41CA-BA05-6E936CF6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338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6F"/>
          </a:solidFill>
          <a:ln xmlns:a="http://schemas.openxmlformats.org/drawingml/2006/main" w="9525">
            <a:solidFill>
              <a:srgbClr val="43566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DB서버 #1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9A7D0C-CE72-45FF-8D3F-BEF451B6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95800"/>
            <a:ext cx="1143000" cy="18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C"/>
          </a:solidFill>
          <a:ln xmlns:a="http://schemas.openxmlformats.org/drawingml/2006/main" w="9525">
            <a:solidFill>
              <a:srgbClr val="D0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rPr>
              <a:t>DBMS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C22C0C-3A3F-48F3-B00F-9D0E764D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18050"/>
            <a:ext cx="1143000" cy="18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rPr>
              <a:t>Tibero 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401ABB-8BD6-48DD-A8A5-F08FABBA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40300"/>
            <a:ext cx="1143000" cy="18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C"/>
          </a:solidFill>
          <a:ln xmlns:a="http://schemas.openxmlformats.org/drawingml/2006/main" w="9525">
            <a:solidFill>
              <a:srgbClr val="D0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rPr>
              <a:t>백업 Agent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FCEBCB-855E-4781-9729-55560F3D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33850"/>
            <a:ext cx="1257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3208A3-0296-4390-9681-E1E8DC08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338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6F"/>
          </a:solidFill>
          <a:ln xmlns:a="http://schemas.openxmlformats.org/drawingml/2006/main" w="9525">
            <a:solidFill>
              <a:srgbClr val="43566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FEP서버 #1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F92FA0-69AE-45F7-B363-6130C04B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95800"/>
            <a:ext cx="1143000" cy="18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C"/>
          </a:solidFill>
          <a:ln xmlns:a="http://schemas.openxmlformats.org/drawingml/2006/main" w="9525">
            <a:solidFill>
              <a:srgbClr val="D0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rPr>
              <a:t>중계Agent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3298BD-DD54-4E36-9597-839A2CE5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18050"/>
            <a:ext cx="1143000" cy="18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rPr>
              <a:t>kafka client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1BEC4C-2053-4009-A5B2-A1F234CA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40300"/>
            <a:ext cx="1143000" cy="18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rPr>
              <a:t>i-oneNGS V2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34B673-8ADC-4F37-B1A9-FA2C259F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133850"/>
            <a:ext cx="1257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8A89EF-48D3-4B75-BEAF-88DF24A2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1338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6F"/>
          </a:solidFill>
          <a:ln xmlns:a="http://schemas.openxmlformats.org/drawingml/2006/main" w="9525">
            <a:solidFill>
              <a:srgbClr val="43566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AI분석 서버 #1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F781E8-BBB8-4F32-BB42-100A103D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95800"/>
            <a:ext cx="1143000" cy="18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C"/>
          </a:solidFill>
          <a:ln xmlns:a="http://schemas.openxmlformats.org/drawingml/2006/main" w="9525">
            <a:solidFill>
              <a:srgbClr val="D0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rPr>
              <a:t>AI 영상품질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4413EA-A9C5-4A36-B434-B85BE736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18050"/>
            <a:ext cx="1143000" cy="18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rPr>
              <a:t>i-oneNGS V2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971869-759C-406F-9820-02806C09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40300"/>
            <a:ext cx="1143000" cy="18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rPr>
              <a:t>Ubuntu 24.04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CD8044-5548-4E02-892A-C7B08F3D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86000"/>
            <a:ext cx="1581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1258F6B-89BC-4545-BA55-EE5D5142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86000"/>
            <a:ext cx="1581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6F"/>
          </a:solidFill>
          <a:ln xmlns:a="http://schemas.openxmlformats.org/drawingml/2006/main" w="9525">
            <a:solidFill>
              <a:srgbClr val="43566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WEB서버 #2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6F1C7D-DF1D-4448-A04E-42B9C18E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4795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rPr>
              <a:t>원격 유지관리 플랫폼 WEB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3B5741-297F-4D9E-B5E4-7EFC6DB6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7655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rPr>
              <a:t>WebtoB 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BF39B2B-0B90-4CA1-BA1D-6FCEE26C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0515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rPr>
              <a:t>i-oneNGS V2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052EC82-D08C-489A-A63B-3978E7D5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3375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C"/>
          </a:solidFill>
          <a:ln xmlns:a="http://schemas.openxmlformats.org/drawingml/2006/main" w="9525">
            <a:solidFill>
              <a:srgbClr val="D0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rPr>
              <a:t>백업 Agent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8F092BB-83D8-4FD5-AA6C-5863604F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6235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rPr>
              <a:t>Rocky Linux 9.6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C0F3CBA-A4A1-414A-8CDC-5C267772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86000"/>
            <a:ext cx="1581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529C0B4-17F0-469E-B498-F241BD4A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86000"/>
            <a:ext cx="1581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6F"/>
          </a:solidFill>
          <a:ln xmlns:a="http://schemas.openxmlformats.org/drawingml/2006/main" w="9525">
            <a:solidFill>
              <a:srgbClr val="43566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WAS서버 #2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7095DBA-801B-4E8A-A32E-C5524C2C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4795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rPr>
              <a:t>업무 처리 / 제어 명령 생성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E649D08-0BF5-4410-830A-B8AB2DE9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7655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rPr>
              <a:t>JEUS 21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56D31D6-C424-4B73-AB98-67358389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0515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C"/>
          </a:solidFill>
          <a:ln xmlns:a="http://schemas.openxmlformats.org/drawingml/2006/main" w="9525">
            <a:solidFill>
              <a:srgbClr val="D0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rPr>
              <a:t>SSO Agent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5C4BA0E-2E26-49DF-BF98-0E146095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3375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rPr>
              <a:t>kafka/MQTT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81168A5-3A44-4444-9986-93E35DCC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6235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rPr>
              <a:t>Rocky Linux 9.6</a:t>
            </a:r>
          </a:p>
        </p:txBody>
      </p:sp>
      <p:sp>
        <p:nvSpPr>
          <p:cNvPr id="55" name="business-general-zone">
            <a:extLst xmlns:a="http://schemas.openxmlformats.org/drawingml/2006/main">
              <a:ext uri="{FF2B5EF4-FFF2-40B4-BE49-F238E27FC236}">
                <a16:creationId xmlns:a16="http://schemas.microsoft.com/office/drawing/2014/main" id="{839AB5BD-C04C-4990-8536-22D35419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29050"/>
            <a:ext cx="43053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EBEF"/>
          </a:solidFill>
          <a:ln xmlns:a="http://schemas.openxmlformats.org/drawingml/2006/main" w="9525">
            <a:solidFill>
              <a:srgbClr val="E8EBE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46F38D1-D7AD-44EB-A089-C5252FAF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53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0536E"/>
                </a:solidFill>
                <a:latin typeface="Malgun Gothic"/>
                <a:ea typeface="Malgun Gothic"/>
                <a:cs typeface="Malgun Gothic"/>
              </a:rPr>
              <a:t>일반서버 존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0E563BC-2210-4075-AD5F-F6FA45AB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33850"/>
            <a:ext cx="1257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5A5BD86-547F-4119-8DBF-867164C5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338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6F"/>
          </a:solidFill>
          <a:ln xmlns:a="http://schemas.openxmlformats.org/drawingml/2006/main" w="9525">
            <a:solidFill>
              <a:srgbClr val="43566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DB서버 #2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EA7BCDF-092C-4720-A08B-EAE36FDF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95800"/>
            <a:ext cx="1143000" cy="18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C"/>
          </a:solidFill>
          <a:ln xmlns:a="http://schemas.openxmlformats.org/drawingml/2006/main" w="9525">
            <a:solidFill>
              <a:srgbClr val="D0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rPr>
              <a:t>DBMS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9B1CDE7-489D-4537-93F0-94D8F68E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18050"/>
            <a:ext cx="1143000" cy="18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rPr>
              <a:t>Tibero 7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9945289-D63D-4524-848F-992FD826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40300"/>
            <a:ext cx="1143000" cy="18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C"/>
          </a:solidFill>
          <a:ln xmlns:a="http://schemas.openxmlformats.org/drawingml/2006/main" w="9525">
            <a:solidFill>
              <a:srgbClr val="D0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rPr>
              <a:t>백업 Agent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D8D75C4-D2F8-464E-A956-A629FF33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33850"/>
            <a:ext cx="1257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4B99898-DFC9-41CE-9A42-1A2CF8EC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338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6F"/>
          </a:solidFill>
          <a:ln xmlns:a="http://schemas.openxmlformats.org/drawingml/2006/main" w="9525">
            <a:solidFill>
              <a:srgbClr val="43566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FEP서버 #2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89E4BEE-7F33-43DC-B6E8-40C0DC04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95800"/>
            <a:ext cx="1143000" cy="18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rPr>
              <a:t>통계정보생성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B6E1EB7-58CB-4DDA-B897-F41DF92C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18050"/>
            <a:ext cx="1143000" cy="18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rPr>
              <a:t>중계Server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9783733-4428-485C-9A0F-31E27D91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40300"/>
            <a:ext cx="1143000" cy="18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C"/>
          </a:solidFill>
          <a:ln xmlns:a="http://schemas.openxmlformats.org/drawingml/2006/main" w="9525">
            <a:solidFill>
              <a:srgbClr val="D0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rPr>
              <a:t>Rule고장판단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541CDB7-1576-4240-AB2C-A9979CE5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33850"/>
            <a:ext cx="1257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97F25E4-333C-4067-B451-FFBFDC3F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338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6F"/>
          </a:solidFill>
          <a:ln xmlns:a="http://schemas.openxmlformats.org/drawingml/2006/main" w="9525">
            <a:solidFill>
              <a:srgbClr val="43566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AI분석 서버 #2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D18C200-9273-45EE-B111-988CA53C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495800"/>
            <a:ext cx="1143000" cy="18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C"/>
          </a:solidFill>
          <a:ln xmlns:a="http://schemas.openxmlformats.org/drawingml/2006/main" w="9525">
            <a:solidFill>
              <a:srgbClr val="D0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rPr>
              <a:t>고장판단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211CB47-CA36-4723-9AD5-FE8DD118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718050"/>
            <a:ext cx="1143000" cy="18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C"/>
          </a:solidFill>
          <a:ln xmlns:a="http://schemas.openxmlformats.org/drawingml/2006/main" w="9525">
            <a:solidFill>
              <a:srgbClr val="D0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rPr>
              <a:t>AI 성능진단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3D95A93-1D81-4C63-9300-8403C374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940300"/>
            <a:ext cx="1143000" cy="18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24B57"/>
                </a:solidFill>
                <a:latin typeface="Malgun Gothic"/>
                <a:ea typeface="Malgun Gothic"/>
                <a:cs typeface="Malgun Gothic"/>
              </a:rPr>
              <a:t>Ubuntu 24.04</a:t>
            </a:r>
          </a:p>
        </p:txBody>
      </p:sp>
      <p:sp>
        <p:nvSpPr>
          <p:cNvPr id="72" name="network-bidirectional-arrow">
            <a:extLst xmlns:a="http://schemas.openxmlformats.org/drawingml/2006/main">
              <a:ext uri="{FF2B5EF4-FFF2-40B4-BE49-F238E27FC236}">
                <a16:creationId xmlns:a16="http://schemas.microsoft.com/office/drawing/2014/main" id="{E09DF1CF-E426-48E0-972F-75432593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62250"/>
            <a:ext cx="1257300" cy="400050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BAC2CC"/>
          </a:solidFill>
          <a:ln xmlns:a="http://schemas.openxmlformats.org/drawingml/2006/main" w="0">
            <a:solidFill>
              <a:srgbClr val="BAC2CC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50D8EFB-4169-474F-B855-141B9477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514600"/>
            <a:ext cx="7429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F8"/>
          </a:solidFill>
          <a:ln xmlns:a="http://schemas.openxmlformats.org/drawingml/2006/main" w="11430">
            <a:solidFill>
              <a:srgbClr val="40536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455344C-F6F7-4D1D-BCD5-940D1B56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14625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F3D4C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2F3D4C"/>
                </a:solidFill>
                <a:latin typeface="Arial"/>
                <a:ea typeface="Arial"/>
                <a:cs typeface="Arial"/>
              </a:rPr>
              <a:t>i-oneNET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13C6E42-45C2-4B96-8BFE-32AC6EAB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76550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F3D4C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2F3D4C"/>
                </a:solidFill>
                <a:latin typeface="Arial"/>
                <a:ea typeface="Arial"/>
                <a:cs typeface="Arial"/>
              </a:rPr>
              <a:t>V5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E99F71D-6372-4188-8CBB-64B2D9D8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81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A556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A5564"/>
                </a:solidFill>
                <a:latin typeface="Malgun Gothic"/>
                <a:ea typeface="Malgun Gothic"/>
                <a:cs typeface="Malgun Gothic"/>
              </a:rPr>
              <a:t>kafka/MQTT</a:t>
            </a:r>
          </a:p>
        </p:txBody>
      </p:sp>
      <p:sp>
        <p:nvSpPr>
          <p:cNvPr id="77" name="hq-bottom-zone">
            <a:extLst xmlns:a="http://schemas.openxmlformats.org/drawingml/2006/main">
              <a:ext uri="{FF2B5EF4-FFF2-40B4-BE49-F238E27FC236}">
                <a16:creationId xmlns:a16="http://schemas.microsoft.com/office/drawing/2014/main" id="{818C01B8-5621-4B97-89D4-CC15B477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38800"/>
            <a:ext cx="11353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E67D0B2-395E-4E8E-856F-28908D46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91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6683"/>
          </a:solidFill>
          <a:ln xmlns:a="http://schemas.openxmlformats.org/drawingml/2006/main" w="9525">
            <a:solidFill>
              <a:srgbClr val="50668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본부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104DF02-DA1A-4C62-88DB-1EB7229B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772150"/>
            <a:ext cx="2114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6F"/>
          </a:solidFill>
          <a:ln xmlns:a="http://schemas.openxmlformats.org/drawingml/2006/main" w="9525">
            <a:solidFill>
              <a:srgbClr val="43566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교통통합플랫폼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수집/제어서버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0556195-9295-4F00-8A56-BAD7F4A3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1722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C"/>
          </a:solidFill>
          <a:ln xmlns:a="http://schemas.openxmlformats.org/drawingml/2006/main" w="9525">
            <a:solidFill>
              <a:srgbClr val="AEB8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0495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04956"/>
                </a:solidFill>
                <a:latin typeface="Malgun Gothic"/>
                <a:ea typeface="Malgun Gothic"/>
                <a:cs typeface="Malgun Gothic"/>
              </a:rPr>
              <a:t>에러코드수집서버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84843FC-71AC-4D0B-A531-8CF2B57B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617220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0495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04956"/>
                </a:solidFill>
                <a:latin typeface="Malgun Gothic"/>
                <a:ea typeface="Malgun Gothic"/>
                <a:cs typeface="Malgun Gothic"/>
              </a:rPr>
              <a:t>Tibero 7 client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D3B5768-681F-456F-B051-9DB808B7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1722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0495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04956"/>
                </a:solidFill>
                <a:latin typeface="Malgun Gothic"/>
                <a:ea typeface="Malgun Gothic"/>
                <a:cs typeface="Malgun Gothic"/>
              </a:rPr>
              <a:t>i-oneNGS V2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3306424-C17D-45A2-BF79-964B2A61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6172200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C"/>
          </a:solidFill>
          <a:ln xmlns:a="http://schemas.openxmlformats.org/drawingml/2006/main" w="9525">
            <a:solidFill>
              <a:srgbClr val="AEB8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0495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04956"/>
                </a:solidFill>
                <a:latin typeface="Malgun Gothic"/>
                <a:ea typeface="Malgun Gothic"/>
                <a:cs typeface="Malgun Gothic"/>
              </a:rPr>
              <a:t>백업 Agent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671A139-B2D6-46A9-A159-39F205DE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17220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0495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04956"/>
                </a:solidFill>
                <a:latin typeface="Malgun Gothic"/>
                <a:ea typeface="Malgun Gothic"/>
                <a:cs typeface="Malgun Gothic"/>
              </a:rPr>
              <a:t>Rocky Linux 9.6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A2A3866-39A4-4886-9FC9-0C1067F0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924550"/>
            <a:ext cx="1257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9525">
            <a:solidFill>
              <a:srgbClr val="9DAAB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3D4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F3D4C"/>
                </a:solidFill>
                <a:latin typeface="Malgun Gothic"/>
                <a:ea typeface="Malgun Gothic"/>
                <a:cs typeface="Malgun Gothic"/>
              </a:rPr>
              <a:t>AI 분석 모델</a:t>
            </a:r>
          </a:p>
        </p:txBody>
      </p:sp>
    </p:spTree>
    <p:extLst>
      <p:ext uri="{BB962C8B-B14F-4D97-AF65-F5344CB8AC3E}">
        <p14:creationId xmlns:p14="http://schemas.microsoft.com/office/powerpoint/2010/main" val="3713207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2026-07-06T03:40:59.7820000Z</dcterms:created>
  <dcterms:modified xsi:type="dcterms:W3CDTF">2026-07-06T03:40:59.7820000Z</dcterms:modified>
</coreProperties>
</file>